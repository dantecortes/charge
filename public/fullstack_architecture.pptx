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80160"/>
            <a:ext cx="822960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Project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9050">
            <a:solidFill>
              <a:srgbClr val="FF2D2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5643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43814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51760" y="33832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9050">
            <a:solidFill>
              <a:srgbClr val="DD003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456432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08960" y="343814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54880" y="33832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9050">
            <a:solidFill>
              <a:srgbClr val="47A24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456432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12080" y="343814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858000" y="33832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456432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0" y="343814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Frontend · Database · Estilos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05840"/>
            <a:ext cx="2834640" cy="3566160"/>
          </a:xfrm>
          <a:prstGeom prst="rect">
            <a:avLst/>
          </a:prstGeom>
          <a:solidFill>
            <a:srgbClr val="1E293B"/>
          </a:solidFill>
          <a:ln w="19050">
            <a:solidFill>
              <a:srgbClr val="FF2D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834640" cy="109728"/>
          </a:xfrm>
          <a:prstGeom prst="rect">
            <a:avLst/>
          </a:prstGeom>
          <a:solidFill>
            <a:srgbClr val="FF2D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2344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38328" y="1847088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– Laravel 11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237744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RESTful · Arquitectura Hexagonal · Sanctum Auth · Eloquent ORM · PHP 8.3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005840"/>
            <a:ext cx="2834640" cy="3566160"/>
          </a:xfrm>
          <a:prstGeom prst="rect">
            <a:avLst/>
          </a:prstGeom>
          <a:solidFill>
            <a:srgbClr val="1E293B"/>
          </a:solidFill>
          <a:ln w="19050">
            <a:solidFill>
              <a:srgbClr val="DD003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005840"/>
            <a:ext cx="2834640" cy="109728"/>
          </a:xfrm>
          <a:prstGeom prst="rect">
            <a:avLst/>
          </a:prstGeom>
          <a:solidFill>
            <a:srgbClr val="DD003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2344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55848" y="1847088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– Angular 17+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83280" y="237744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 · Signals · RxJS · Lazy Loading · TypeScript 5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63640" y="1005840"/>
            <a:ext cx="2834640" cy="3566160"/>
          </a:xfrm>
          <a:prstGeom prst="rect">
            <a:avLst/>
          </a:prstGeom>
          <a:solidFill>
            <a:srgbClr val="1E293B"/>
          </a:solidFill>
          <a:ln w="19050">
            <a:solidFill>
              <a:srgbClr val="47A2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63640" y="1005840"/>
            <a:ext cx="2834640" cy="109728"/>
          </a:xfrm>
          <a:prstGeom prst="rect">
            <a:avLst/>
          </a:prstGeom>
          <a:solidFill>
            <a:srgbClr val="47A24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23444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73368" y="1847088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– MongoDB Atlas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0" y="237744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Cloud · Colecciones dinámicas · Índices · Aggregation Pipeline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&amp; Arquitectura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05840"/>
            <a:ext cx="425196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54864" cy="16002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1430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" y="11155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93192" y="157276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la lógica de negocio de la infraestructura mediante puertos y adaptadores. El dominio no depende de frameworks.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005840"/>
            <a:ext cx="425196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005840"/>
            <a:ext cx="54864" cy="16002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1430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67528" y="11155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873752" y="157276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(User, Auth, Product…) es autocontenido con su propio dominio, repositorios y servicios.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8600" y="2926080"/>
            <a:ext cx="425196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28600" y="2926080"/>
            <a:ext cx="54864" cy="16002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30632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6968" y="3035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Única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93192" y="349300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clase tiene un único motivo para cambiar. Servicios, repositorios y handlers tienen responsabilidades bien definidas.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09160" y="2926080"/>
            <a:ext cx="425196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09160" y="2926080"/>
            <a:ext cx="54864" cy="16002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06324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67528" y="3035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Method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873752" y="349300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 la creación de objetos. Útil para instanciar modelos, DTOs y respuestas de forma desacoplada.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2D2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Archivos – Laravel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FF2D20"/>
          </a:solidFill>
          <a:ln/>
        </p:spPr>
      </p:sp>
      <p:sp>
        <p:nvSpPr>
          <p:cNvPr id="6" name="Shape 3"/>
          <p:cNvSpPr/>
          <p:nvPr/>
        </p:nvSpPr>
        <p:spPr>
          <a:xfrm>
            <a:off x="274320" y="914400"/>
            <a:ext cx="502920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005840"/>
            <a:ext cx="4800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1289304"/>
            <a:ext cx="4800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app/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1572768"/>
            <a:ext cx="4800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Modules/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1856232"/>
            <a:ext cx="4800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User/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2139696"/>
            <a:ext cx="4800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Domain/         ← Entidades, Value Objects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" y="2423160"/>
            <a:ext cx="4800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Application/    ← UseCases, DTOs, Factories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11480" y="2706624"/>
            <a:ext cx="4800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Infrastructure/ ← Repositorios, Eloquent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1480" y="2990088"/>
            <a:ext cx="4800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Http/           ← Controllers, Requests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11480" y="3273552"/>
            <a:ext cx="4800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Product/ Auth/ ...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11480" y="3557016"/>
            <a:ext cx="4800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Shared/             ← Contratos, Base Classes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11480" y="3840480"/>
            <a:ext cx="4800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routes/api.php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11480" y="4123944"/>
            <a:ext cx="4800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config/ database/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577840" y="9144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clave</a:t>
            </a:r>
            <a:endParaRPr lang="en-US" sz="15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897880" y="1371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completamente aislado</a:t>
            </a:r>
            <a:endParaRPr lang="en-US" sz="11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965960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897880" y="1965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intercambio de Eloquent por otro ORM</a:t>
            </a:r>
            <a:endParaRPr lang="en-US" sz="11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560320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897880" y="2560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unitarios sin BD real</a:t>
            </a:r>
            <a:endParaRPr lang="en-US" sz="11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315468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89788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es un bounded context</a:t>
            </a:r>
            <a:endParaRPr lang="en-US" sz="11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3749040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897880" y="3749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rápido por módulo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D003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Archivos – Angular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6" name="Shape 3"/>
          <p:cNvSpPr/>
          <p:nvPr/>
        </p:nvSpPr>
        <p:spPr>
          <a:xfrm>
            <a:off x="274320" y="914400"/>
            <a:ext cx="502920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DD003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005840"/>
            <a:ext cx="4800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src/app/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1289304"/>
            <a:ext cx="4800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core/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1572768"/>
            <a:ext cx="4800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guards/ interceptors/ services/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1856232"/>
            <a:ext cx="4800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shared/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2139696"/>
            <a:ext cx="4800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components/ pipes/ directives/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2423160"/>
            <a:ext cx="4800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modules/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1480" y="2706624"/>
            <a:ext cx="4800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user/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2990088"/>
            <a:ext cx="4800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components/ pages/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1480" y="3273552"/>
            <a:ext cx="4800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services/ models/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11480" y="3557016"/>
            <a:ext cx="4800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user.routes.ts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11480" y="3840480"/>
            <a:ext cx="4800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product/ auth/ ...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11480" y="4123944"/>
            <a:ext cx="4800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app.routes.ts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577840" y="9144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clave</a:t>
            </a:r>
            <a:endParaRPr lang="en-US" sz="15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897880" y="1371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 por módulo</a:t>
            </a:r>
            <a:endParaRPr lang="en-US" sz="11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965960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897880" y="1965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para estado reactivo simple</a:t>
            </a:r>
            <a:endParaRPr lang="en-US" sz="11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560320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897880" y="2560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 (sin NgModule)</a:t>
            </a:r>
            <a:endParaRPr lang="en-US" sz="11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315468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89788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para estilos sin CSS propio</a:t>
            </a:r>
            <a:endParaRPr lang="en-US" sz="11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3749040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897880" y="3749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Interceptors para auth automática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de las Tecnologías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58952"/>
            <a:ext cx="859536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14400"/>
            <a:ext cx="2103120" cy="3931920"/>
          </a:xfrm>
          <a:prstGeom prst="rect">
            <a:avLst/>
          </a:prstGeom>
          <a:solidFill>
            <a:srgbClr val="1E293B"/>
          </a:solidFill>
          <a:ln w="19050">
            <a:solidFill>
              <a:srgbClr val="FF2D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2103120" cy="91440"/>
          </a:xfrm>
          <a:prstGeom prst="rect">
            <a:avLst/>
          </a:prstGeom>
          <a:solidFill>
            <a:srgbClr val="FF2D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07899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202996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2011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maduro (Sanctum, Queues)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26243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4360" y="2606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ORM expresivo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3218688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94360" y="3200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CLI productivo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3813048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4360" y="3794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 comunidad y docs</a:t>
            </a:r>
            <a:endParaRPr lang="en-US" sz="1000" dirty="0"/>
          </a:p>
        </p:txBody>
      </p:sp>
      <p:sp>
        <p:nvSpPr>
          <p:cNvPr id="17" name="Shape 10"/>
          <p:cNvSpPr/>
          <p:nvPr/>
        </p:nvSpPr>
        <p:spPr>
          <a:xfrm>
            <a:off x="2423160" y="914400"/>
            <a:ext cx="2103120" cy="3931920"/>
          </a:xfrm>
          <a:prstGeom prst="rect">
            <a:avLst/>
          </a:prstGeom>
          <a:solidFill>
            <a:srgbClr val="1E293B"/>
          </a:solidFill>
          <a:ln w="19050">
            <a:solidFill>
              <a:srgbClr val="DD003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2423160" y="914400"/>
            <a:ext cx="2103120" cy="91440"/>
          </a:xfrm>
          <a:prstGeom prst="rect">
            <a:avLst/>
          </a:prstGeom>
          <a:solidFill>
            <a:srgbClr val="DD0031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1078992"/>
            <a:ext cx="457200" cy="4572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46888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3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2888" y="2029968"/>
            <a:ext cx="201168" cy="20116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2788920" y="2011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completo y opinado</a:t>
            </a:r>
            <a:endParaRPr lang="en-US" sz="10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2888" y="2624328"/>
            <a:ext cx="201168" cy="20116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2788920" y="2606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nativo</a:t>
            </a:r>
            <a:endParaRPr lang="en-US" sz="10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32888" y="3218688"/>
            <a:ext cx="201168" cy="20116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2788920" y="3200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Signals: reactivo sin complejidad</a:t>
            </a:r>
            <a:endParaRPr lang="en-US" sz="10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32888" y="3813048"/>
            <a:ext cx="201168" cy="20116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2788920" y="3794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poderoso (generate)</a:t>
            </a:r>
            <a:endParaRPr lang="en-US" sz="1000" dirty="0"/>
          </a:p>
        </p:txBody>
      </p:sp>
      <p:sp>
        <p:nvSpPr>
          <p:cNvPr id="29" name="Shape 17"/>
          <p:cNvSpPr/>
          <p:nvPr/>
        </p:nvSpPr>
        <p:spPr>
          <a:xfrm>
            <a:off x="4617720" y="914400"/>
            <a:ext cx="2103120" cy="39319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A2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18"/>
          <p:cNvSpPr/>
          <p:nvPr/>
        </p:nvSpPr>
        <p:spPr>
          <a:xfrm>
            <a:off x="4617720" y="914400"/>
            <a:ext cx="2103120" cy="91440"/>
          </a:xfrm>
          <a:prstGeom prst="rect">
            <a:avLst/>
          </a:prstGeom>
          <a:solidFill>
            <a:srgbClr val="47A248"/>
          </a:solidFill>
          <a:ln/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40680" y="1078992"/>
            <a:ext cx="457200" cy="45720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466344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3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27448" y="2029968"/>
            <a:ext cx="201168" cy="201168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4983480" y="2011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flexible para iteración rápida</a:t>
            </a:r>
            <a:endParaRPr lang="en-US" sz="100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27448" y="2624328"/>
            <a:ext cx="201168" cy="201168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4983480" y="2606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horizontal nativo</a:t>
            </a:r>
            <a:endParaRPr lang="en-US" sz="100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27448" y="3218688"/>
            <a:ext cx="201168" cy="201168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4983480" y="3200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Search integrado</a:t>
            </a:r>
            <a:endParaRPr lang="en-US" sz="1000" dirty="0"/>
          </a:p>
        </p:txBody>
      </p:sp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27448" y="3813048"/>
            <a:ext cx="201168" cy="201168"/>
          </a:xfrm>
          <a:prstGeom prst="rect">
            <a:avLst/>
          </a:prstGeom>
        </p:spPr>
      </p:pic>
      <p:sp>
        <p:nvSpPr>
          <p:cNvPr id="40" name="Text 23"/>
          <p:cNvSpPr/>
          <p:nvPr/>
        </p:nvSpPr>
        <p:spPr>
          <a:xfrm>
            <a:off x="4983480" y="3794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ideal para MVP</a:t>
            </a:r>
            <a:endParaRPr lang="en-US" sz="1000" dirty="0"/>
          </a:p>
        </p:txBody>
      </p:sp>
      <p:sp>
        <p:nvSpPr>
          <p:cNvPr id="41" name="Shape 24"/>
          <p:cNvSpPr/>
          <p:nvPr/>
        </p:nvSpPr>
        <p:spPr>
          <a:xfrm>
            <a:off x="6812280" y="914400"/>
            <a:ext cx="2103120" cy="39319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25"/>
          <p:cNvSpPr/>
          <p:nvPr/>
        </p:nvSpPr>
        <p:spPr>
          <a:xfrm>
            <a:off x="6812280" y="914400"/>
            <a:ext cx="2103120" cy="9144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35240" y="1078992"/>
            <a:ext cx="457200" cy="457200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685800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</a:t>
            </a:r>
            <a:endParaRPr lang="en-US" sz="1300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22008" y="2029968"/>
            <a:ext cx="201168" cy="201168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7178040" y="2011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= rapidez</a:t>
            </a:r>
            <a:endParaRPr lang="en-US" sz="1000" dirty="0"/>
          </a:p>
        </p:txBody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22008" y="2624328"/>
            <a:ext cx="201168" cy="201168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7178040" y="2606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CSS custom por módulo</a:t>
            </a:r>
            <a:endParaRPr lang="en-US" sz="1000" dirty="0"/>
          </a:p>
        </p:txBody>
      </p:sp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22008" y="3218688"/>
            <a:ext cx="201168" cy="201168"/>
          </a:xfrm>
          <a:prstGeom prst="rect">
            <a:avLst/>
          </a:prstGeom>
        </p:spPr>
      </p:pic>
      <p:sp>
        <p:nvSpPr>
          <p:cNvPr id="50" name="Text 29"/>
          <p:cNvSpPr/>
          <p:nvPr/>
        </p:nvSpPr>
        <p:spPr>
          <a:xfrm>
            <a:off x="7178040" y="3200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compiler: build pequeño</a:t>
            </a:r>
            <a:endParaRPr lang="en-US" sz="1000" dirty="0"/>
          </a:p>
        </p:txBody>
      </p:sp>
      <p:pic>
        <p:nvPicPr>
          <p:cNvPr id="5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22008" y="3813048"/>
            <a:ext cx="201168" cy="201168"/>
          </a:xfrm>
          <a:prstGeom prst="rect">
            <a:avLst/>
          </a:prstGeom>
        </p:spPr>
      </p:pic>
      <p:sp>
        <p:nvSpPr>
          <p:cNvPr id="52" name="Text 30"/>
          <p:cNvSpPr/>
          <p:nvPr/>
        </p:nvSpPr>
        <p:spPr>
          <a:xfrm>
            <a:off x="7178040" y="3794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de diseño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Código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914400"/>
            <a:ext cx="4206240" cy="384048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969264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978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— Herramientas de Calidad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28600" y="1389888"/>
            <a:ext cx="42062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2D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28600" y="1389888"/>
            <a:ext cx="54864" cy="1371600"/>
          </a:xfrm>
          <a:prstGeom prst="rect">
            <a:avLst/>
          </a:prstGeom>
          <a:solidFill>
            <a:srgbClr val="FF2D20"/>
          </a:solidFill>
          <a:ln/>
        </p:spPr>
      </p:sp>
      <p:sp>
        <p:nvSpPr>
          <p:cNvPr id="11" name="Shape 7"/>
          <p:cNvSpPr/>
          <p:nvPr/>
        </p:nvSpPr>
        <p:spPr>
          <a:xfrm>
            <a:off x="347472" y="1481328"/>
            <a:ext cx="777240" cy="237744"/>
          </a:xfrm>
          <a:prstGeom prst="roundRect">
            <a:avLst>
              <a:gd name="adj" fmla="val 15385"/>
            </a:avLst>
          </a:prstGeom>
          <a:solidFill>
            <a:srgbClr val="FF2D20"/>
          </a:solidFill>
          <a:ln/>
        </p:spPr>
      </p:sp>
      <p:sp>
        <p:nvSpPr>
          <p:cNvPr id="12" name="Text 8"/>
          <p:cNvSpPr/>
          <p:nvPr/>
        </p:nvSpPr>
        <p:spPr>
          <a:xfrm>
            <a:off x="347472" y="148132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Style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88720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Pint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7472" y="181051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Formateador de código PHP basado en PHP-CS-Fixer. Mantiene un estilo consistente en todo el backend con un solo comando: php artisan pint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47472" y="2459736"/>
            <a:ext cx="3931920" cy="21945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6" name="Text 12"/>
          <p:cNvSpPr/>
          <p:nvPr/>
        </p:nvSpPr>
        <p:spPr>
          <a:xfrm>
            <a:off x="384048" y="24688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require laravel/pint --dev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28600" y="2944368"/>
            <a:ext cx="42062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28600" y="2944368"/>
            <a:ext cx="54864" cy="1371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Shape 15"/>
          <p:cNvSpPr/>
          <p:nvPr/>
        </p:nvSpPr>
        <p:spPr>
          <a:xfrm>
            <a:off x="347472" y="3035808"/>
            <a:ext cx="777240" cy="237744"/>
          </a:xfrm>
          <a:prstGeom prst="roundRect">
            <a:avLst>
              <a:gd name="adj" fmla="val 15385"/>
            </a:avLst>
          </a:prstGeom>
          <a:solidFill>
            <a:srgbClr val="22C55E"/>
          </a:solidFill>
          <a:ln/>
        </p:spPr>
      </p:sp>
      <p:sp>
        <p:nvSpPr>
          <p:cNvPr id="20" name="Text 16"/>
          <p:cNvSpPr/>
          <p:nvPr/>
        </p:nvSpPr>
        <p:spPr>
          <a:xfrm>
            <a:off x="347472" y="303580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88720" y="3035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PHPUnit / Pest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347472" y="33649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unitarios e integración para UseCases, Repositorios y DTOs. Pest ofrece sintaxis fluida sobre PHPUnit. El dominio se prueba sin BD real.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47472" y="4014216"/>
            <a:ext cx="3931920" cy="21945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4" name="Text 20"/>
          <p:cNvSpPr/>
          <p:nvPr/>
        </p:nvSpPr>
        <p:spPr>
          <a:xfrm>
            <a:off x="384048" y="4023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test  /  ./vendor/bin/pest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709160" y="914400"/>
            <a:ext cx="4206240" cy="384048"/>
          </a:xfrm>
          <a:prstGeom prst="rect">
            <a:avLst/>
          </a:prstGeom>
          <a:solidFill>
            <a:srgbClr val="DD0031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969264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120640" y="978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— Herramientas de Calidad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4709160" y="1389888"/>
            <a:ext cx="42062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4B32C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709160" y="1389888"/>
            <a:ext cx="54864" cy="1371600"/>
          </a:xfrm>
          <a:prstGeom prst="rect">
            <a:avLst/>
          </a:prstGeom>
          <a:solidFill>
            <a:srgbClr val="4B32C3"/>
          </a:solidFill>
          <a:ln/>
        </p:spPr>
      </p:sp>
      <p:sp>
        <p:nvSpPr>
          <p:cNvPr id="30" name="Shape 25"/>
          <p:cNvSpPr/>
          <p:nvPr/>
        </p:nvSpPr>
        <p:spPr>
          <a:xfrm>
            <a:off x="4828032" y="1481328"/>
            <a:ext cx="777240" cy="237744"/>
          </a:xfrm>
          <a:prstGeom prst="roundRect">
            <a:avLst>
              <a:gd name="adj" fmla="val 15385"/>
            </a:avLst>
          </a:prstGeom>
          <a:solidFill>
            <a:srgbClr val="4B32C3"/>
          </a:solidFill>
          <a:ln/>
        </p:spPr>
      </p:sp>
      <p:sp>
        <p:nvSpPr>
          <p:cNvPr id="31" name="Text 26"/>
          <p:cNvSpPr/>
          <p:nvPr/>
        </p:nvSpPr>
        <p:spPr>
          <a:xfrm>
            <a:off x="4828032" y="148132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Linting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5669280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4828032" y="181051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errores y malas prácticas en TypeScript/HTML. Integrado con Angular ESLint para reglas específicas del framework.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4828032" y="2459736"/>
            <a:ext cx="3931920" cy="21945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5" name="Text 30"/>
          <p:cNvSpPr/>
          <p:nvPr/>
        </p:nvSpPr>
        <p:spPr>
          <a:xfrm>
            <a:off x="4864608" y="24688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 lint  /  npx eslint src --fix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4709160" y="2944368"/>
            <a:ext cx="42062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7B93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4709160" y="2944368"/>
            <a:ext cx="54864" cy="1371600"/>
          </a:xfrm>
          <a:prstGeom prst="rect">
            <a:avLst/>
          </a:prstGeom>
          <a:solidFill>
            <a:srgbClr val="F7B93E"/>
          </a:solidFill>
          <a:ln/>
        </p:spPr>
      </p:sp>
      <p:sp>
        <p:nvSpPr>
          <p:cNvPr id="38" name="Shape 33"/>
          <p:cNvSpPr/>
          <p:nvPr/>
        </p:nvSpPr>
        <p:spPr>
          <a:xfrm>
            <a:off x="4828032" y="3035808"/>
            <a:ext cx="777240" cy="237744"/>
          </a:xfrm>
          <a:prstGeom prst="roundRect">
            <a:avLst>
              <a:gd name="adj" fmla="val 15385"/>
            </a:avLst>
          </a:prstGeom>
          <a:solidFill>
            <a:srgbClr val="F7B93E"/>
          </a:solidFill>
          <a:ln/>
        </p:spPr>
      </p:sp>
      <p:sp>
        <p:nvSpPr>
          <p:cNvPr id="39" name="Text 34"/>
          <p:cNvSpPr/>
          <p:nvPr/>
        </p:nvSpPr>
        <p:spPr>
          <a:xfrm>
            <a:off x="4828032" y="303580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Formatter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5669280" y="3035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Prettier</a:t>
            </a:r>
            <a:endParaRPr lang="en-US" sz="1400" dirty="0"/>
          </a:p>
        </p:txBody>
      </p:sp>
      <p:sp>
        <p:nvSpPr>
          <p:cNvPr id="41" name="Text 36"/>
          <p:cNvSpPr/>
          <p:nvPr/>
        </p:nvSpPr>
        <p:spPr>
          <a:xfrm>
            <a:off x="4828032" y="33649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Formatea TS, HTML, CSS y JSON de forma uniforme. Se combina con ESLint para separar reglas de estilo de reglas de calidad.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4828032" y="4014216"/>
            <a:ext cx="3931920" cy="21945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3" name="Text 38"/>
          <p:cNvSpPr/>
          <p:nvPr/>
        </p:nvSpPr>
        <p:spPr>
          <a:xfrm>
            <a:off x="4864608" y="4023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prettier --write "src/**/*.{ts,html,css}"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960120"/>
            <a:ext cx="420624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960120"/>
            <a:ext cx="54864" cy="1170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03327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95528" y="10515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contratos primero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1453896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 los puertos (interfaces) antes de implementar. Facilita el cambio de adaptadores sin romper la lógica.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28600" y="2286000"/>
            <a:ext cx="420624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28600" y="2286000"/>
            <a:ext cx="54864" cy="1170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3591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95528" y="23774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en la capa de aplicación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65760" y="2779776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Form Requests en Laravel y Reactive Forms en Angular. No delegues validación al controlador.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28600" y="3611880"/>
            <a:ext cx="420624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28600" y="3611880"/>
            <a:ext cx="54864" cy="1170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36850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95528" y="37033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Paginación y proyección en MongoDB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65760" y="4105656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aggregation pipeline para proyectar solo los campos necesarios. Evita traer documentos completos.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663440" y="960120"/>
            <a:ext cx="420624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63440" y="960120"/>
            <a:ext cx="54864" cy="1170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4800600" y="103327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230368" y="10515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 el estado en Angular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800600" y="1453896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Signals o NgRx para estado global. Evita prop-drilling entre componentes.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663440" y="2286000"/>
            <a:ext cx="420624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663440" y="2286000"/>
            <a:ext cx="54864" cy="1170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5"/>
          <p:cNvSpPr/>
          <p:nvPr/>
        </p:nvSpPr>
        <p:spPr>
          <a:xfrm>
            <a:off x="4800600" y="23591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230368" y="23774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API primero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800600" y="2779776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contratos OpenAPI antes de codificar endpoints. Facilita el trabajo paralelo frontend/backend.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663440" y="3611880"/>
            <a:ext cx="420624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663440" y="3611880"/>
            <a:ext cx="54864" cy="1170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0"/>
          <p:cNvSpPr/>
          <p:nvPr/>
        </p:nvSpPr>
        <p:spPr>
          <a:xfrm>
            <a:off x="4800600" y="36850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230368" y="37033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 + Secrets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4800600" y="4105656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hardcodear credenciales. Usa .env en Laravel y environment.ts en Angular.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960120"/>
            <a:ext cx="2834640" cy="384048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960120"/>
            <a:ext cx="283464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115568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11338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" y="169164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429768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" y="167335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CI/CD con GitHub Actions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9768" y="2496312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429768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95528" y="247802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Dockerizar Laravel + Angular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9768" y="3300984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429768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95528" y="328269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unitarios capa de dominio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00400" y="960120"/>
            <a:ext cx="2834640" cy="384048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00400" y="960120"/>
            <a:ext cx="283464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Shape 18"/>
          <p:cNvSpPr/>
          <p:nvPr/>
        </p:nvSpPr>
        <p:spPr>
          <a:xfrm>
            <a:off x="4023360" y="1115568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4023360" y="11338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401568" y="169164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1"/>
          <p:cNvSpPr/>
          <p:nvPr/>
        </p:nvSpPr>
        <p:spPr>
          <a:xfrm>
            <a:off x="3401568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767328" y="167335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JWT / Sanctum completa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401568" y="2496312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4"/>
          <p:cNvSpPr/>
          <p:nvPr/>
        </p:nvSpPr>
        <p:spPr>
          <a:xfrm>
            <a:off x="3401568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767328" y="247802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y Interceptors Angular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401568" y="3300984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7"/>
          <p:cNvSpPr/>
          <p:nvPr/>
        </p:nvSpPr>
        <p:spPr>
          <a:xfrm>
            <a:off x="3401568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767328" y="328269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MongoDB + Aggregations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172200" y="960120"/>
            <a:ext cx="2834640" cy="384048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172200" y="960120"/>
            <a:ext cx="283464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Shape 31"/>
          <p:cNvSpPr/>
          <p:nvPr/>
        </p:nvSpPr>
        <p:spPr>
          <a:xfrm>
            <a:off x="6995160" y="1115568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35" name="Text 32"/>
          <p:cNvSpPr/>
          <p:nvPr/>
        </p:nvSpPr>
        <p:spPr>
          <a:xfrm>
            <a:off x="6995160" y="11338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373368" y="169164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7" name="Text 34"/>
          <p:cNvSpPr/>
          <p:nvPr/>
        </p:nvSpPr>
        <p:spPr>
          <a:xfrm>
            <a:off x="6373368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39128" y="167335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/ Swagger docs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373368" y="2496312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0" name="Text 37"/>
          <p:cNvSpPr/>
          <p:nvPr/>
        </p:nvSpPr>
        <p:spPr>
          <a:xfrm>
            <a:off x="6373368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739128" y="247802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+ logging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373368" y="3300984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3" name="Text 40"/>
          <p:cNvSpPr/>
          <p:nvPr/>
        </p:nvSpPr>
        <p:spPr>
          <a:xfrm>
            <a:off x="6373368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6739128" y="328269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 Railway / Render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280160"/>
            <a:ext cx="731520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4630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sólido.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97280" y="21488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limpia. Listo para escalar.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377440" y="3794760"/>
            <a:ext cx="502920" cy="502920"/>
          </a:xfrm>
          <a:prstGeom prst="ellipse">
            <a:avLst/>
          </a:prstGeom>
          <a:solidFill>
            <a:srgbClr val="FF2D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6020" y="3863340"/>
            <a:ext cx="365760" cy="365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91840" y="3794760"/>
            <a:ext cx="502920" cy="502920"/>
          </a:xfrm>
          <a:prstGeom prst="ellipse">
            <a:avLst/>
          </a:prstGeom>
          <a:solidFill>
            <a:srgbClr val="DD003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3863340"/>
            <a:ext cx="365760" cy="365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206240" y="3794760"/>
            <a:ext cx="502920" cy="502920"/>
          </a:xfrm>
          <a:prstGeom prst="ellipse">
            <a:avLst/>
          </a:prstGeom>
          <a:solidFill>
            <a:srgbClr val="47A24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820" y="3863340"/>
            <a:ext cx="365760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120640" y="379476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220" y="3863340"/>
            <a:ext cx="365760" cy="36576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035040" y="3794760"/>
            <a:ext cx="502920" cy="502920"/>
          </a:xfrm>
          <a:prstGeom prst="ellipse">
            <a:avLst/>
          </a:prstGeom>
          <a:solidFill>
            <a:srgbClr val="3178C6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3620" y="38633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Stack Project Architecture</dc:title>
  <dc:subject>PptxGenJS Presentation</dc:subject>
  <dc:creator>PptxGenJS</dc:creator>
  <cp:lastModifiedBy>PptxGenJS</cp:lastModifiedBy>
  <cp:revision>1</cp:revision>
  <dcterms:created xsi:type="dcterms:W3CDTF">2026-04-20T18:51:28Z</dcterms:created>
  <dcterms:modified xsi:type="dcterms:W3CDTF">2026-04-20T18:51:28Z</dcterms:modified>
</cp:coreProperties>
</file>